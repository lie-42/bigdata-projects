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졸음 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3C5FD"/>
                </a:solidFill>
              </a:rPr>
              <a:t>Drowsy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BED2"/>
                </a:solidFill>
              </a:rPr>
              <a:t>MobileNetV2 · ViT-B/16 전이학습 기반 이진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BED2"/>
                </a:solidFill>
              </a:rPr>
              <a:t>김선우 | 학번: 20223779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521440" cy="11430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🎯 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D2"/>
                </a:solidFill>
              </a:rPr>
              <a:t>운전자 얼굴 이미지에서 졸음 상태를 자동 감지하는
딥러닝 이진 분류 모델 구축 + Streamlit 서비스 개발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11521440" cy="11430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⚠️ 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D2"/>
                </a:solidFill>
              </a:rPr>
              <a:t>교통사고 주요 원인 중 하나인 졸음 운전 예방
눈 감음 · 하품 · 고개 끄덕임 등 시각적 징후 포착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11521440" cy="11430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🏷️  예측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D2"/>
                </a:solidFill>
              </a:rPr>
              <a:t>DROWSY (졸린 상태) vs NATURAL (정상 상태) — 이진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74920"/>
            <a:ext cx="11521440" cy="11430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</a:rPr>
              <a:t>🔧  접근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D2"/>
                </a:solidFill>
              </a:rPr>
              <a:t>MobileNetV2 + ViT-B/16 전이학습 (Transfer Learning)
앙상블 예측 + 눈 영역 보조 특성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데이터 소개 &amp;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30352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3C5FD"/>
                </a:solidFill>
              </a:rPr>
              <a:t>데이터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전체 이미지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7,342장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클래스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591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DROWSY / 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훈련셋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266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5,859장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9417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테스트셋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69417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1,483장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61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입력 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3616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224 × 224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출처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29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Kaggle Drowsy Detection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051560"/>
            <a:ext cx="6035040" cy="530352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143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3C5FD"/>
                </a:solidFill>
              </a:rPr>
              <a:t>EDA 주요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클래스 균형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2140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NATURAL이 5.9% 더 많지만
전체적으로 균형 잡힌 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246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픽셀 밝기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63016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DROWSY는 눈 주변 밝기 낮고
분산이 큼 → 눈 감음 징후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7548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엣지 특징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138927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DROWSY는 눈꺼풀 윤곽선
희미/소실, NATURAL은 뚜렷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특성 엔지니어링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486400" cy="530352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</a:rPr>
              <a:t>데이터 증강 (Augmentation)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21208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RandomHorizontalFlip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좌·우 대칭 — 졸음은 방향 무관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521208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RandomRotation ±10°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고개 기울임 자세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86200"/>
            <a:ext cx="521208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ColorJitter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조도·카메라 차이 강건성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983479"/>
            <a:ext cx="521208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29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Normalize (ImageNet)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22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사전학습 가중치와 분포 일치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43600" cy="530352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</a:rPr>
              <a:t>EDA 기반 보조 특성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눈 영역 평균 밝기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031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이미지 높이 35~60% 구간 그레이스케일 평균
→ 낮을수록 눈 감김 가능성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눈 영역 엣지 밀도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576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Canny(50,150) 후 눈 구간 엣지 픽셀 평균
→ 낮을수록 윤곽 소실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800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판단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120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eye_brightness &lt; 100 AND
eye_edge_density &lt; 10 → 졸음 징후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모델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0292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3C5FD"/>
                </a:solidFill>
              </a:rPr>
              <a:t>MobileNetV2 (CNN)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모델 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8.72 MB  (경량)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특징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04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합성곱 → 지역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72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추론 속도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723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빠름 — 실시간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학습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398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LR 0.001 / 10 epoch / StepLR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적합 시나리오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407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엣지·모바일 실시간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성능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정확도 ≥ 90% / F1 ≥ 0.90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051560"/>
            <a:ext cx="6035040" cy="502920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143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</a:rPr>
              <a:t>ViT-B/16 (Vision Transformer)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모델 크기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327.36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404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특징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4048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16×16 패치 + Self-Attention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72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추론 속도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07238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느림 — GPU 권장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학습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398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LR 0.0001 / 20 epoch / StepLR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407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적합 시나리오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074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정확도 최우선 연구 환경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BED2"/>
                </a:solidFill>
              </a:rPr>
              <a:t>장점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074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전역 관계 포착 — 동등 이상 성능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99632"/>
            <a:ext cx="116128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362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▶  두 모델 앙상블: Softmax 확률 평균으로 단일 모델 편향 완화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Streamlit 앱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①  메인 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170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7043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프로젝트 소개 및 페이지 내비게이션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93391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6654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② 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66543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pages/1_EDA.py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66543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클래스 분포 · 이미지 규격 · 샘플 시각화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③ 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962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pages/2_시각화.py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6265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픽셀 밝기 KDE · 평균 이미지 차분 · PCA/t-SNE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85615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587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④  CNN 학습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8587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pages/3_모델학습.py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5876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MobileNetV2 하이퍼파라미터 설정 · 실시간 학습 곡선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81728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⑤  ViT 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pages/3_1_ViT학습.py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75488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ViT-B/16 학습 및 CNN 비교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1521440" cy="77724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⑥  서비스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650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DCB4"/>
                </a:solidFill>
              </a:rPr>
              <a:t>pages/4_모델_서비스.py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65099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ED2"/>
                </a:solidFill>
              </a:rPr>
              <a:t>이미지 업로드 · 웹캠 · 동영상 졸음 예측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결론 &amp;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21208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3C5FD"/>
                </a:solidFill>
              </a:rPr>
              <a:t>알게 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16636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전이학습은 소규모 데이터에서도
빠르고 안정적으로 수렴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88920"/>
            <a:ext cx="516636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눈·입 픽셀 밝기 &amp; 엣지 밀도가
핵심 시각적 단서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886200"/>
            <a:ext cx="516636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593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MobileNetV2는 경량(8.7 MB)으로
실시간 추론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983479"/>
            <a:ext cx="5166360" cy="960120"/>
          </a:xfrm>
          <a:prstGeom prst="rect">
            <a:avLst/>
          </a:prstGeom>
          <a:solidFill>
            <a:srgbClr val="28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5663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Streamlit 멀티페이지로
EDA→학습→서비스 통합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051560"/>
            <a:ext cx="6035040" cy="5212080"/>
          </a:xfrm>
          <a:prstGeom prst="rect">
            <a:avLst/>
          </a:prstGeom>
          <a:solidFill>
            <a:srgbClr val="1E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143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923C"/>
                </a:solidFill>
              </a:rPr>
              <a:t>한계 &amp; 향후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도메인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756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실제 환경에서 오분류 발생
→ 앙상블+보조 특성으로 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얼굴 검출 미적용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186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배경 포함 시 오분류
→ MediaPipe/MTCNN 도입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EAR 미구현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616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눈 종횡비 특성 미사용
→ 적용 시 정확도 대폭 향상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ViT 추론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5046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ED2"/>
                </a:solidFill>
              </a:rPr>
              <a:t>CPU 환경에서 느림
→ ONNX 변환으로 개선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